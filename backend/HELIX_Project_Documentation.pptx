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HELIX: Hybrid Renewable Energy VPP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Virtual Power Plant Orchestration</a:t>
            </a:r>
          </a:p>
          <a:p>
            <a:r>
              <a:t>Project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I. The Problem Statement &amp; Solution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Problem:</a:t>
            </a:r>
          </a:p>
          <a:p>
            <a:r>
              <a:t>• Renewable Energy Curtailment: Excess solar and wind energy is often wasted or curtailed when grid demand is low.</a:t>
            </a:r>
          </a:p>
          <a:p>
            <a:r>
              <a:t>• Fossil Fuel Dependency: Grids are forced to rely on dirty backup generation (like coal or diesel) when weather restricts renewable output.</a:t>
            </a:r>
          </a:p>
          <a:p>
            <a:r>
              <a:t>• Unorchestrated Grids: A lack of real-time intelligence at campus and regional boundaries leads to highly inefficient energy distribution and utilization.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I. The Problem Statement &amp; Solution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Solution - HELIX:</a:t>
            </a:r>
          </a:p>
          <a:p>
            <a:r>
              <a:t>• Intelligent Virtual Power Plant (VPP): Unified orchestration of separate energy sources (Solar, Wind, Hydro, and Biomass) into a single smart micro-grid.</a:t>
            </a:r>
          </a:p>
          <a:p>
            <a:r>
              <a:t>• Real-Time Arbitrage: Deep integration with battery storage to cache surplus energy instantly and supply deficits autonomously.</a:t>
            </a:r>
          </a:p>
          <a:p>
            <a:r>
              <a:t>• Predictive AI-Driven Orchestration: Uses forward-looking 48-hour weather forecasts to proactively dictate charge &amp; discharge cycles based on expected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II. Tools and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(User Interface):</a:t>
            </a:r>
          </a:p>
          <a:p>
            <a:r>
              <a:t>• React.js &amp; Vite: Powering a high-performance 60FPS dynamic dashboard UI.</a:t>
            </a:r>
          </a:p>
          <a:p>
            <a:r>
              <a:t>• Vanilla CSS: Implemented with modern CSS Variables for a dynamic, sleek design system.</a:t>
            </a:r>
          </a:p>
          <a:p>
            <a:br/>
            <a:r>
              <a:t>Backend (Core Engine &amp; API):</a:t>
            </a:r>
          </a:p>
          <a:p>
            <a:r>
              <a:t>• Python with FastAPI: For lightning-fast REST Endpoints and concurrency.</a:t>
            </a:r>
          </a:p>
          <a:p>
            <a:r>
              <a:t>• WebSockets: For real-time telemetry streaming straight to the frontend.</a:t>
            </a:r>
          </a:p>
          <a:p>
            <a:r>
              <a:t>• SQLAlchemy &amp; SQLite: For lightweight, real-time application state persistence.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III. 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Technical Milestones:</a:t>
            </a:r>
          </a:p>
          <a:p>
            <a:r>
              <a:t>• Live Data Ingestion Pipeline: Processes live dataset feeds mimicking continuous 100ms IoT sensor polling.</a:t>
            </a:r>
          </a:p>
          <a:p>
            <a:r>
              <a:t>• Optimization Engine: Autonomously adjusts battery charge/discharge rates using Time-of-Use pricing logic to dodge expensive grid tariffs during peak hours.</a:t>
            </a:r>
          </a:p>
          <a:p>
            <a:r>
              <a:t>• Forecasting Integration: Consumes Open-Meteo forecasts to predict structural deficits up to 48 hours in advance.</a:t>
            </a:r>
          </a:p>
          <a:p>
            <a:r>
              <a:t>• Actionable Recommendation Feed: Auto-generates real-time, human-readable insights for dashboard operators (e.g., 'Warning: Shifting HVAC load to Solar peak').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IV. Screenshots &amp; Repository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[Please insert screenshots of the HELIX Dashboard here]</a:t>
            </a:r>
          </a:p>
          <a:p>
            <a:br/>
            <a:r>
              <a:t>GitHub Repository:</a:t>
            </a:r>
          </a:p>
          <a:p>
            <a:r>
              <a:t>• https://github.com/[your-username]/HELIX-VPP</a:t>
            </a:r>
          </a:p>
          <a:p>
            <a:br/>
            <a:r>
              <a:t>Live Hosted Demo:</a:t>
            </a:r>
          </a:p>
          <a:p>
            <a:r>
              <a:t>• Frontend Hosted on [Vercel/Netlify]: https://helix-[insert-app].vercel.app</a:t>
            </a:r>
          </a:p>
          <a:p>
            <a:r>
              <a:t>• Backend Hosted on [Render/Railway]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